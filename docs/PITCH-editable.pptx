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Scrubless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Stop scrubbing. Start searching.</a:t>
            </a:r>
            <a:br/>
            <a:br/>
            <a:r>
              <a:rPr/>
              <a:t>Chukwuebuka Ernest-Opara — getscrubless.com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Video is the one medium you still can’t search.</a:t>
            </a:r>
          </a:p>
          <a:p>
            <a:pPr lvl="0"/>
            <a:r>
              <a:rPr/>
              <a:t>500+ hours are uploaded to YouTube </a:t>
            </a:r>
            <a:r>
              <a:rPr i="1"/>
              <a:t>every minute</a:t>
            </a:r>
            <a:r>
              <a:rPr/>
              <a:t> — and that’s one platform.</a:t>
            </a:r>
          </a:p>
          <a:p>
            <a:pPr lvl="0"/>
            <a:r>
              <a:rPr/>
              <a:t>Inside any single video, finding a moment means </a:t>
            </a:r>
            <a:r>
              <a:rPr b="1"/>
              <a:t>scrubbing</a:t>
            </a:r>
            <a:r>
              <a:rPr/>
              <a:t>: linear, manual, slow.</a:t>
            </a:r>
          </a:p>
          <a:p>
            <a:pPr lvl="0"/>
            <a:r>
              <a:rPr>
                <a:latin typeface="Courier"/>
              </a:rPr>
              <a:t>Ctrl+F</a:t>
            </a:r>
            <a:r>
              <a:rPr/>
              <a:t> solved this for text 40 years ago. There’s still none for video.</a:t>
            </a:r>
          </a:p>
          <a:p>
            <a:pPr lvl="0" indent="0" marL="0">
              <a:buNone/>
            </a:pPr>
            <a:r>
              <a:rPr b="1"/>
              <a:t>Editors lose up to a third of post-production</a:t>
            </a:r>
          </a:p>
          <a:p>
            <a:pPr lvl="0" indent="0" marL="0">
              <a:buNone/>
            </a:pPr>
            <a:r>
              <a:rPr/>
              <a:t>just </a:t>
            </a:r>
            <a:r>
              <a:rPr i="1"/>
              <a:t>finding</a:t>
            </a:r>
            <a:r>
              <a:rPr/>
              <a:t> the right footage — before a single cut.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Scrubless is </a:t>
            </a:r>
            <a:r>
              <a:rPr b="1">
                <a:latin typeface="Courier"/>
              </a:rPr>
              <a:t>Ctrl+F</a:t>
            </a:r>
            <a:r>
              <a:rPr b="1"/>
              <a:t> for video.</a:t>
            </a:r>
          </a:p>
          <a:p>
            <a:pPr lvl="0"/>
            <a:r>
              <a:rPr/>
              <a:t>Upload a video — or point Scrubless at a whole folder of them.</a:t>
            </a:r>
          </a:p>
          <a:p>
            <a:pPr lvl="0"/>
            <a:r>
              <a:rPr/>
              <a:t>Search in plain English: </a:t>
            </a:r>
            <a:r>
              <a:rPr i="1"/>
              <a:t>“the part where someone is laughing.”</a:t>
            </a:r>
          </a:p>
          <a:p>
            <a:pPr lvl="0"/>
            <a:r>
              <a:rPr/>
              <a:t>Click a result and the player jumps to that </a:t>
            </a:r>
            <a:r>
              <a:rPr b="1"/>
              <a:t>exact second</a:t>
            </a:r>
            <a:r>
              <a:rPr/>
              <a:t>.</a:t>
            </a:r>
          </a:p>
          <a:p>
            <a:pPr lvl="0"/>
            <a:r>
              <a:rPr/>
              <a:t>It searches what’s </a:t>
            </a:r>
            <a:r>
              <a:rPr b="1"/>
              <a:t>shown</a:t>
            </a:r>
            <a:r>
              <a:rPr/>
              <a:t> and what’s </a:t>
            </a:r>
            <a:r>
              <a:rPr b="1"/>
              <a:t>said</a:t>
            </a:r>
            <a:r>
              <a:rPr/>
              <a:t> — not just captions.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today — and it works</a:t>
            </a:r>
          </a:p>
        </p:txBody>
      </p:sp>
      <p:pic>
        <p:nvPicPr>
          <p:cNvPr descr="assets/scrubless-searc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41500" y="1193800"/>
            <a:ext cx="5461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Real search on getscrubless.com: “the big rabbit” → ranked moments with match scores; click one, the player jumps to that second. Shipped to production — not a prototype.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it works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pipeline turns every video into three searchable signals.</a:t>
            </a:r>
          </a:p>
        </p:txBody>
      </p:sp>
      <p:pic>
        <p:nvPicPr>
          <p:cNvPr descr="assets/pitch-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01800"/>
            <a:ext cx="5105400" cy="87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Frames become CLIP vectors (the visuals), audio becomes a Whisper transcript (the words), and Claude turns retrieved moments into cited answers. One search box over all of it.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More than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Once a video is indexed, the hard part is done — everything else is free.</a:t>
            </a:r>
          </a:p>
          <a:p>
            <a:pPr lvl="0"/>
            <a:r>
              <a:rPr b="1"/>
              <a:t>Library mode</a:t>
            </a:r>
            <a:r>
              <a:rPr/>
              <a:t> — search across an </a:t>
            </a:r>
            <a:r>
              <a:rPr i="1"/>
              <a:t>entire folder</a:t>
            </a:r>
            <a:r>
              <a:rPr/>
              <a:t> of videos at once.</a:t>
            </a:r>
          </a:p>
          <a:p>
            <a:pPr lvl="0"/>
            <a:r>
              <a:rPr b="1"/>
              <a:t>Ask</a:t>
            </a:r>
            <a:r>
              <a:rPr/>
              <a:t> — questions answered in prose, with clickable cited timestamps.</a:t>
            </a:r>
          </a:p>
          <a:p>
            <a:pPr lvl="0"/>
            <a:r>
              <a:rPr b="1"/>
              <a:t>Auto-chapters &amp; summaries</a:t>
            </a:r>
            <a:r>
              <a:rPr/>
              <a:t> generated on every upload.</a:t>
            </a:r>
          </a:p>
          <a:p>
            <a:pPr lvl="0"/>
            <a:r>
              <a:rPr b="1"/>
              <a:t>Highlight reels</a:t>
            </a:r>
            <a:r>
              <a:rPr/>
              <a:t> — stitch the best moments into a shareable clip.</a:t>
            </a:r>
          </a:p>
          <a:p>
            <a:pPr lvl="0" indent="0" marL="1270000">
              <a:buNone/>
            </a:pPr>
            <a:r>
              <a:rPr sz="2000"/>
              <a:t>Index once. Search, ask, summarize, and cut — from the same index.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pieces only just became cheap enough to put in one small app.</a:t>
            </a:r>
          </a:p>
          <a:p>
            <a:pPr lvl="0"/>
            <a:r>
              <a:rPr b="1"/>
              <a:t>Multimodal embeddings</a:t>
            </a:r>
            <a:r>
              <a:rPr/>
              <a:t> (CLIP) are good, fast, and open.</a:t>
            </a:r>
          </a:p>
          <a:p>
            <a:pPr lvl="0"/>
            <a:r>
              <a:rPr b="1"/>
              <a:t>Whisper</a:t>
            </a:r>
            <a:r>
              <a:rPr/>
              <a:t> drove transcription cost toward zero.</a:t>
            </a:r>
          </a:p>
          <a:p>
            <a:pPr lvl="0"/>
            <a:r>
              <a:rPr b="1"/>
              <a:t>LLMs</a:t>
            </a:r>
            <a:r>
              <a:rPr/>
              <a:t> (Claude) can now reason over retrieved moments and cite them.</a:t>
            </a:r>
          </a:p>
          <a:p>
            <a:pPr lvl="0"/>
            <a:r>
              <a:rPr b="1"/>
              <a:t>Video volume</a:t>
            </a:r>
            <a:r>
              <a:rPr/>
              <a:t> is compounding while tooling stays stuck on scrubbing.</a:t>
            </a:r>
          </a:p>
          <a:p>
            <a:pPr lvl="0" indent="0" marL="0">
              <a:buNone/>
            </a:pPr>
            <a:r>
              <a:rPr b="1"/>
              <a:t>The tech is finally ready — and we’ve already shipped on it.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Market</a:t>
            </a:r>
          </a:p>
        </p:txBody>
      </p:sp>
      <p:pic>
        <p:nvPicPr>
          <p:cNvPr descr="assets/marke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TAM ≈ $30B / year</a:t>
            </a:r>
            <a:r>
              <a:rPr/>
              <a:t> — the spend on making video findable.</a:t>
            </a:r>
          </a:p>
          <a:p>
            <a:pPr lvl="0"/>
            <a:r>
              <a:rPr b="1"/>
              <a:t>Bottom-up:</a:t>
            </a:r>
            <a:r>
              <a:rPr/>
              <a:t> 50M creators × $240/yr </a:t>
            </a:r>
            <a:r>
              <a:rPr b="1"/>
              <a:t>+</a:t>
            </a:r>
            <a:r>
              <a:rPr/>
              <a:t> 30M businesses × $600/yr.</a:t>
            </a:r>
          </a:p>
          <a:p>
            <a:pPr lvl="0"/>
            <a:r>
              <a:rPr b="1"/>
              <a:t>Beachhead:</a:t>
            </a:r>
            <a:r>
              <a:rPr/>
              <a:t> 20K heavy-library creators → </a:t>
            </a:r>
            <a:r>
              <a:rPr b="1"/>
              <a:t>≈$4.8M ARR</a:t>
            </a:r>
            <a:r>
              <a:rPr/>
              <a:t> reachable now; SOM 200K → </a:t>
            </a:r>
            <a:r>
              <a:rPr b="1"/>
              <a:t>≈$48M</a:t>
            </a:r>
            <a:r>
              <a:rPr/>
              <a:t>.</a:t>
            </a:r>
          </a:p>
          <a:p>
            <a:pPr lvl="0"/>
            <a:r>
              <a:rPr b="1"/>
              <a:t>Cross-check:</a:t>
            </a:r>
            <a:r>
              <a:rPr/>
              <a:t> DAM ≈$5B · search ≈$6B · video intelligence ≈$11B — same order of magnitude.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Shipped and live</a:t>
            </a:r>
            <a:r>
              <a:rPr/>
              <a:t> at getscrubless.com:</a:t>
            </a:r>
          </a:p>
          <a:p>
            <a:pPr lvl="0"/>
            <a:r>
              <a:rPr/>
              <a:t>V1 search, V2 library mode, V3 Q&amp;A / chapters / reels — all in production.</a:t>
            </a:r>
          </a:p>
          <a:p>
            <a:pPr lvl="0"/>
            <a:r>
              <a:rPr/>
              <a:t>Auth + Stripe billing working; durable per-user storage.</a:t>
            </a:r>
          </a:p>
          <a:p>
            <a:pPr lvl="0" indent="0" marL="0">
              <a:buNone/>
            </a:pPr>
            <a:r>
              <a:rPr b="1"/>
              <a:t>Targets — next two quarters, post public launch:</a:t>
            </a:r>
          </a:p>
          <a:p>
            <a:pPr lvl="0"/>
            <a:r>
              <a:rPr b="1"/>
              <a:t>1,000</a:t>
            </a:r>
            <a:r>
              <a:rPr/>
              <a:t> signups in the first 90 days (Show HN / Product Hunt).</a:t>
            </a:r>
          </a:p>
          <a:p>
            <a:pPr lvl="0"/>
            <a:r>
              <a:rPr b="1"/>
              <a:t>100</a:t>
            </a:r>
            <a:r>
              <a:rPr/>
              <a:t> paying customers and </a:t>
            </a:r>
            <a:r>
              <a:rPr b="1"/>
              <a:t>$2K MRR</a:t>
            </a:r>
            <a:r>
              <a:rPr/>
              <a:t> by end of Q3 2026.</a:t>
            </a:r>
          </a:p>
          <a:p>
            <a:pPr lvl="0"/>
            <a:r>
              <a:rPr b="1"/>
              <a:t>10,000</a:t>
            </a:r>
            <a:r>
              <a:rPr/>
              <a:t> hours of video indexed.</a:t>
            </a:r>
          </a:p>
          <a:p>
            <a:pPr lvl="0"/>
            <a:r>
              <a:rPr b="1"/>
              <a:t>40%</a:t>
            </a:r>
            <a:r>
              <a:rPr/>
              <a:t> week-4 retention on activated users.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Freemium SaaS, priced on what costs us money: </a:t>
            </a:r>
            <a:r>
              <a:rPr b="1"/>
              <a:t>indexed hours</a:t>
            </a:r>
            <a:r>
              <a:rPr/>
              <a:t>.</a:t>
            </a:r>
          </a:p>
          <a:p>
            <a:pPr lvl="0"/>
            <a:r>
              <a:rPr b="1"/>
              <a:t>Free</a:t>
            </a:r>
            <a:r>
              <a:rPr/>
              <a:t> — a few minutes to feel the magic.</a:t>
            </a:r>
          </a:p>
          <a:p>
            <a:pPr lvl="0"/>
            <a:r>
              <a:rPr b="1"/>
              <a:t>Pro</a:t>
            </a:r>
            <a:r>
              <a:rPr/>
              <a:t> — monthly plan by indexed hours, self-serve via Stripe.</a:t>
            </a:r>
          </a:p>
          <a:p>
            <a:pPr lvl="0"/>
            <a:r>
              <a:rPr b="1"/>
              <a:t>Expansion</a:t>
            </a:r>
            <a:r>
              <a:rPr/>
              <a:t> — team seats, API access, on-prem / enterprise.</a:t>
            </a:r>
          </a:p>
          <a:p>
            <a:pPr lvl="0" indent="0" marL="0">
              <a:buNone/>
            </a:pPr>
            <a:r>
              <a:rPr/>
              <a:t>Cheap to run: one process, model and vector DB in-memory, fits on a single small instance — gross margin is on our side.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Competition</a:t>
            </a:r>
          </a:p>
        </p:txBody>
      </p:sp>
      <p:pic>
        <p:nvPicPr>
          <p:cNvPr descr="assets/compet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01700" y="1193800"/>
            <a:ext cx="3136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Everyone else finds </a:t>
            </a:r>
            <a:r>
              <a:rPr b="1"/>
              <a:t>words</a:t>
            </a:r>
            <a:r>
              <a:rPr/>
              <a:t> or needs </a:t>
            </a:r>
            <a:r>
              <a:rPr b="1"/>
              <a:t>manual tags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Scrubless searches what’s </a:t>
            </a:r>
            <a:r>
              <a:rPr b="1"/>
              <a:t>shown</a:t>
            </a:r>
            <a:r>
              <a:rPr/>
              <a:t> </a:t>
            </a:r>
            <a:r>
              <a:rPr i="1"/>
              <a:t>and</a:t>
            </a:r>
            <a:r>
              <a:rPr/>
              <a:t> </a:t>
            </a:r>
            <a:r>
              <a:rPr b="1"/>
              <a:t>said</a:t>
            </a:r>
            <a:r>
              <a:rPr/>
              <a:t> — semantic, instant, on </a:t>
            </a:r>
            <a:r>
              <a:rPr i="1"/>
              <a:t>your own</a:t>
            </a:r>
            <a:r>
              <a:rPr/>
              <a:t> files. Top-right, and alone there.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we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Multimodal, not transcript-only</a:t>
            </a:r>
            <a:r>
              <a:rPr/>
              <a:t> — we search the pixels </a:t>
            </a:r>
            <a:r>
              <a:rPr i="1"/>
              <a:t>and</a:t>
            </a:r>
            <a:r>
              <a:rPr/>
              <a:t> the audio; competitors are blind to anything unspoken.</a:t>
            </a:r>
          </a:p>
          <a:p>
            <a:pPr lvl="0"/>
            <a:r>
              <a:rPr b="1"/>
              <a:t>Live and billed today</a:t>
            </a:r>
            <a:r>
              <a:rPr/>
              <a:t> — a shipped product, while most “AI video search” is still a waitlist.</a:t>
            </a:r>
          </a:p>
          <a:p>
            <a:pPr lvl="0"/>
            <a:r>
              <a:rPr b="1"/>
              <a:t>Built on real embedding infra</a:t>
            </a:r>
            <a:r>
              <a:rPr/>
              <a:t> — the founder ships ML/embedding systems in production; the hard part is home turf.</a:t>
            </a:r>
          </a:p>
          <a:p>
            <a:pPr lvl="0"/>
            <a:r>
              <a:rPr b="1"/>
              <a:t>Index once, do everything</a:t>
            </a:r>
            <a:r>
              <a:rPr/>
              <a:t> — search, ask, chapters, reels off one index → widening surface area and switching cost.</a:t>
            </a:r>
          </a:p>
          <a:p>
            <a:pPr lvl="0" indent="0" marL="0">
              <a:buNone/>
            </a:pPr>
            <a:r>
              <a:rPr b="1"/>
              <a:t>The capability is commoditizing — the product, polish, and data flywheel are not.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Chukwuebuka Ernest-Opara</a:t>
            </a:r>
            <a:r>
              <a:rPr/>
              <a:t> — founder &amp; sole engineer · Oakland.</a:t>
            </a:r>
          </a:p>
          <a:p>
            <a:pPr lvl="0"/>
            <a:r>
              <a:rPr b="1"/>
              <a:t>ML &amp; Platform Engineer at GEICO</a:t>
            </a:r>
            <a:r>
              <a:rPr/>
              <a:t> — ships </a:t>
            </a:r>
            <a:r>
              <a:rPr b="1"/>
              <a:t>embedding infrastructure</a:t>
            </a:r>
            <a:r>
              <a:rPr/>
              <a:t> and ML deployment pipelines in production (Go · Python · Azure ML · Kubernetes).</a:t>
            </a:r>
          </a:p>
          <a:p>
            <a:pPr lvl="0"/>
            <a:r>
              <a:rPr b="1"/>
              <a:t>Videographer for several years</a:t>
            </a:r>
            <a:r>
              <a:rPr/>
              <a:t> before tech — has lived the scrubbing problem first-hand.</a:t>
            </a:r>
          </a:p>
          <a:p>
            <a:pPr lvl="0"/>
            <a:r>
              <a:rPr b="1"/>
              <a:t>MS &amp; BS in Computer Science</a:t>
            </a:r>
            <a:r>
              <a:rPr/>
              <a:t> (Houston-Victoria; Babcock).</a:t>
            </a:r>
          </a:p>
          <a:p>
            <a:pPr lvl="0"/>
            <a:r>
              <a:rPr/>
              <a:t>Built </a:t>
            </a:r>
            <a:r>
              <a:rPr b="1"/>
              <a:t>all of Scrubless solo</a:t>
            </a:r>
            <a:r>
              <a:rPr/>
              <a:t> — V1–V3, auth, and Stripe billing.</a:t>
            </a:r>
          </a:p>
          <a:p>
            <a:pPr lvl="0" indent="0" marL="0">
              <a:buNone/>
            </a:pPr>
            <a:r>
              <a:rPr b="1"/>
              <a:t>In talks with two co-founders</a:t>
            </a:r>
            <a:r>
              <a:rPr/>
              <a:t> with media experience to lead content and go-to-market.</a:t>
            </a:r>
          </a:p>
          <a:p>
            <a:pPr lvl="0" indent="0" marL="0">
              <a:buNone/>
            </a:pPr>
            <a:r>
              <a:rPr/>
              <a:t>Built the embedding engine </a:t>
            </a:r>
            <a:r>
              <a:rPr i="1"/>
              <a:t>and</a:t>
            </a:r>
            <a:r>
              <a:rPr/>
              <a:t> lived the problem it solves — rare founder-market fit for video.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index layer for the world’s video.</a:t>
            </a:r>
            <a:r>
              <a:rPr/>
              <a:t> Every clip, meeting, lecture, and archive — instantly searchable, anywhere it lives.</a:t>
            </a:r>
          </a:p>
          <a:p>
            <a:pPr lvl="0" indent="0" marL="0">
              <a:buNone/>
            </a:pPr>
            <a:r>
              <a:rPr/>
              <a:t>Search was the gateway to the web. Scrubless is that gateway for video.</a:t>
            </a:r>
          </a:p>
          <a:p>
            <a:pPr lvl="0" indent="0" marL="0">
              <a:buNone/>
            </a:pPr>
            <a:r>
              <a:rPr b="1"/>
              <a:t>Stop scrubbing. Start searching.</a:t>
            </a:r>
          </a:p>
          <a:p>
            <a:pPr lvl="0" indent="0" marL="0">
              <a:buNone/>
            </a:pPr>
            <a:r>
              <a:rPr/>
              <a:t>getscrubless.com · contact@getscrubless.com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Scrubless</dc:title>
  <dc:creator>Chukwuebuka Ernest-Opara — getscrubless.com</dc:creator>
  <cp:keywords/>
  <dcterms:created xsi:type="dcterms:W3CDTF">2026-06-12T15:14:15Z</dcterms:created>
  <dcterms:modified xsi:type="dcterms:W3CDTF">2026-06-12T15:14:15Z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May 2026</vt:lpwstr>
  </property>
  <property fmtid="{D5CDD505-2E9C-101B-9397-08002B2CF9AE}" pid="3" name="slide-level">
    <vt:lpwstr>2</vt:lpwstr>
  </property>
  <property fmtid="{D5CDD505-2E9C-101B-9397-08002B2CF9AE}" pid="4" name="subtitle">
    <vt:lpwstr>Stop scrubbing. Start searching.</vt:lpwstr>
  </property>
</Properties>
</file>