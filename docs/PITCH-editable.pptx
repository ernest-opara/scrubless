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 —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 —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 —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 —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 —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 —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 — everything else is free.</a:t>
            </a:r>
          </a:p>
          <a:p>
            <a:pPr lvl="0"/>
            <a:r>
              <a:rPr b="1"/>
              <a:t>Library mode</a:t>
            </a:r>
            <a:r>
              <a:rPr/>
              <a:t> —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 —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 —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 —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 —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 —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 —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 —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 —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 — a few minutes to feel the magic.</a:t>
            </a:r>
          </a:p>
          <a:p>
            <a:pPr lvl="0"/>
            <a:r>
              <a:rPr b="1"/>
              <a:t>Pro</a:t>
            </a:r>
            <a:r>
              <a:rPr/>
              <a:t> —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 —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 —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 —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 —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 —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 —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 —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 —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 —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 —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 —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 —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—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 —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e@getscrubless.com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2026-05-24T04:15:29Z</dcterms:created>
  <dcterms:modified xsi:type="dcterms:W3CDTF">2026-05-24T04:15:29Z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